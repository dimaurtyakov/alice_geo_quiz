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9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73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8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56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34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784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71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44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33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14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2185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139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8547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95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257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130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1D619-E227-4971-A35E-AE7E0BF40FCD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73C168-5BF6-4762-B61C-ECBB96A48F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11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A504D-68C7-2A64-CDEE-A0DF8BCC9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2404534"/>
            <a:ext cx="8595577" cy="1646302"/>
          </a:xfrm>
        </p:spPr>
        <p:txBody>
          <a:bodyPr/>
          <a:lstStyle/>
          <a:p>
            <a:r>
              <a:rPr lang="ru-RU" dirty="0"/>
              <a:t>Географический диктант — навык для Алисы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4E360C-233C-8688-9036-4D25C4C8E8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 Уртяков Дмитрий</a:t>
            </a:r>
          </a:p>
        </p:txBody>
      </p:sp>
    </p:spTree>
    <p:extLst>
      <p:ext uri="{BB962C8B-B14F-4D97-AF65-F5344CB8AC3E}">
        <p14:creationId xmlns:p14="http://schemas.microsoft.com/office/powerpoint/2010/main" val="360315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A0D48-6D3A-C44A-9959-DC64A5EB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758162"/>
          </a:xfrm>
        </p:spPr>
        <p:txBody>
          <a:bodyPr/>
          <a:lstStyle/>
          <a:p>
            <a:pPr algn="ctr"/>
            <a:r>
              <a:rPr lang="ru-RU" b="1" dirty="0"/>
              <a:t>Идея и 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93BF84-0FFA-FE67-6540-0127C5CD5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76" y="1315014"/>
            <a:ext cx="8596668" cy="2113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Идея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2000" dirty="0"/>
              <a:t>Интерактивный навык для Алисы, который проверяет знания географии через спутниковые снимки. Пользователь угадывает объекты, получает подсказки и следит за прогрессом через статистику.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A27FB-0BBF-564E-7EFE-465352D1D8A4}"/>
              </a:ext>
            </a:extLst>
          </p:cNvPr>
          <p:cNvSpPr txBox="1"/>
          <p:nvPr/>
        </p:nvSpPr>
        <p:spPr>
          <a:xfrm>
            <a:off x="598676" y="3785419"/>
            <a:ext cx="742444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Цель</a:t>
            </a:r>
          </a:p>
          <a:p>
            <a:pPr marL="742950" lvl="1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ru-RU" sz="2000" dirty="0"/>
              <a:t>Разработать голосовой навык с использованием </a:t>
            </a:r>
            <a:r>
              <a:rPr lang="ru-RU" sz="2000" dirty="0" err="1"/>
              <a:t>Flask</a:t>
            </a:r>
            <a:r>
              <a:rPr lang="ru-RU" sz="2000" dirty="0"/>
              <a:t>, </a:t>
            </a:r>
            <a:r>
              <a:rPr lang="ru-RU" sz="2000" dirty="0" err="1"/>
              <a:t>SQLAlchemy</a:t>
            </a:r>
            <a:r>
              <a:rPr lang="ru-RU" sz="2000" dirty="0"/>
              <a:t>, внешнего API </a:t>
            </a:r>
            <a:r>
              <a:rPr lang="ru-RU" sz="2000" dirty="0" err="1"/>
              <a:t>Яндекс.Карт</a:t>
            </a:r>
            <a:r>
              <a:rPr lang="ru-RU" sz="2000" dirty="0"/>
              <a:t> и управлением диалогом. Продемонстрировать владение ORM, контекстом пользователя и деплоем через туннель.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981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A58C0-23C5-52F0-CB4E-CEA24EE03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927" y="0"/>
            <a:ext cx="5369505" cy="924232"/>
          </a:xfrm>
        </p:spPr>
        <p:txBody>
          <a:bodyPr/>
          <a:lstStyle/>
          <a:p>
            <a:r>
              <a:rPr lang="ru-RU" dirty="0"/>
              <a:t>Описание реализации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A2912F17-101D-FB15-2558-F054874853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770524"/>
              </p:ext>
            </p:extLst>
          </p:nvPr>
        </p:nvGraphicFramePr>
        <p:xfrm>
          <a:off x="3684282" y="1219726"/>
          <a:ext cx="5931667" cy="1905000"/>
        </p:xfrm>
        <a:graphic>
          <a:graphicData uri="http://schemas.openxmlformats.org/drawingml/2006/table">
            <a:tbl>
              <a:tblPr/>
              <a:tblGrid>
                <a:gridCol w="2785515">
                  <a:extLst>
                    <a:ext uri="{9D8B030D-6E8A-4147-A177-3AD203B41FA5}">
                      <a16:colId xmlns:a16="http://schemas.microsoft.com/office/drawing/2014/main" val="478430314"/>
                    </a:ext>
                  </a:extLst>
                </a:gridCol>
                <a:gridCol w="3146152">
                  <a:extLst>
                    <a:ext uri="{9D8B030D-6E8A-4147-A177-3AD203B41FA5}">
                      <a16:colId xmlns:a16="http://schemas.microsoft.com/office/drawing/2014/main" val="1696451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app.py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Сервер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Flask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, вся логика игры, работа с сессиями и БД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39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data.json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вопросы с координатами, подсказками и сложностью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37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quiz.db</a:t>
                      </a:r>
                      <a:endParaRPr lang="en-US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SQLite-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база со статистикой игрока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885170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698EA7-014E-C9B4-D012-6EB5169A2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692" t="-929" r="60285" b="929"/>
          <a:stretch>
            <a:fillRect/>
          </a:stretch>
        </p:blipFill>
        <p:spPr>
          <a:xfrm>
            <a:off x="-936763" y="924232"/>
            <a:ext cx="4248280" cy="2300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8448EA-2CC7-0CD9-8886-2808769EC66C}"/>
              </a:ext>
            </a:extLst>
          </p:cNvPr>
          <p:cNvSpPr txBox="1"/>
          <p:nvPr/>
        </p:nvSpPr>
        <p:spPr>
          <a:xfrm>
            <a:off x="335390" y="3633546"/>
            <a:ext cx="55650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Реализованный функционал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Три уровня сложности (по 5 вопросов)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Спутниковые снимки с меткой через </a:t>
            </a:r>
            <a:r>
              <a:rPr lang="ru-RU" dirty="0" err="1"/>
              <a:t>Static</a:t>
            </a:r>
            <a:r>
              <a:rPr lang="ru-RU" dirty="0"/>
              <a:t>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Подсказки и кнопка «Сдаюсь»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Нестрогое сравнение ответов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Сохранение </a:t>
            </a:r>
            <a:r>
              <a:rPr lang="ru-RU"/>
              <a:t>статистики в, </a:t>
            </a:r>
            <a:r>
              <a:rPr lang="ru-RU" dirty="0"/>
              <a:t>команда «Статистика»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Интерфейсные кнопки для выбора сложности и действий</a:t>
            </a:r>
            <a:br>
              <a:rPr lang="ru-RU" dirty="0"/>
            </a:b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C6A477-9B44-60EB-EBE7-88625AA49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794" y="3914595"/>
            <a:ext cx="3902491" cy="230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6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EF0BD-68C0-B34C-8C6D-FAB37167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F8EC3C-0183-3B80-2B6C-86F26AC77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3505"/>
            <a:ext cx="8596668" cy="2342585"/>
          </a:xfrm>
        </p:spPr>
        <p:txBody>
          <a:bodyPr/>
          <a:lstStyle/>
          <a:p>
            <a:r>
              <a:rPr lang="ru-RU" sz="2400" dirty="0"/>
              <a:t>Создан рабочий навык с диалоговым интерфейсом, базой данных и внешним API. Проект демонстрирует владение </a:t>
            </a:r>
            <a:r>
              <a:rPr lang="ru-RU" sz="2400" dirty="0" err="1"/>
              <a:t>Flask</a:t>
            </a:r>
            <a:r>
              <a:rPr lang="ru-RU" sz="2400" dirty="0"/>
              <a:t>, ORM, протоколом Алисы и </a:t>
            </a:r>
            <a:r>
              <a:rPr lang="ru-RU" sz="2400" dirty="0" err="1"/>
              <a:t>проксированием</a:t>
            </a:r>
            <a:r>
              <a:rPr lang="ru-RU" sz="2400" dirty="0"/>
              <a:t> через </a:t>
            </a:r>
            <a:r>
              <a:rPr lang="ru-RU" sz="2400" dirty="0" err="1"/>
              <a:t>tuna</a:t>
            </a:r>
            <a:r>
              <a:rPr lang="ru-RU" sz="2400" dirty="0"/>
              <a:t>. Можно расширить карточками с изображениями и звуками.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499785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184</Words>
  <Application>Microsoft Office PowerPoint</Application>
  <PresentationFormat>Широкоэкранный</PresentationFormat>
  <Paragraphs>23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Menlo</vt:lpstr>
      <vt:lpstr>quote-cjk-patch</vt:lpstr>
      <vt:lpstr>Trebuchet MS</vt:lpstr>
      <vt:lpstr>Wingdings</vt:lpstr>
      <vt:lpstr>Wingdings 3</vt:lpstr>
      <vt:lpstr>Аспект</vt:lpstr>
      <vt:lpstr>Географический диктант — навык для Алисы</vt:lpstr>
      <vt:lpstr>Идея и цель</vt:lpstr>
      <vt:lpstr>Описание реализации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Уртяков</dc:creator>
  <cp:lastModifiedBy>Дмитрий Уртяков</cp:lastModifiedBy>
  <cp:revision>2</cp:revision>
  <dcterms:created xsi:type="dcterms:W3CDTF">2026-05-07T12:03:26Z</dcterms:created>
  <dcterms:modified xsi:type="dcterms:W3CDTF">2026-05-07T13:40:56Z</dcterms:modified>
</cp:coreProperties>
</file>